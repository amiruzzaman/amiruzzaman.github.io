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8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4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41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2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3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8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04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97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7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3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2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0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3872B-8330-4029-A923-EA7061440C6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62DBF-19C7-4D4C-BB71-EC622F423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6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Chair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2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Enrollment</a:t>
            </a:r>
          </a:p>
          <a:p>
            <a:r>
              <a:rPr lang="en-US" dirty="0" smtClean="0"/>
              <a:t>Retention </a:t>
            </a:r>
          </a:p>
          <a:p>
            <a:r>
              <a:rPr lang="en-US" dirty="0" smtClean="0"/>
              <a:t>New program</a:t>
            </a:r>
          </a:p>
          <a:p>
            <a:r>
              <a:rPr lang="en-US" dirty="0" smtClean="0"/>
              <a:t>AI</a:t>
            </a:r>
          </a:p>
          <a:p>
            <a:r>
              <a:rPr lang="en-US" dirty="0" smtClean="0"/>
              <a:t>Evaluation</a:t>
            </a:r>
          </a:p>
          <a:p>
            <a:r>
              <a:rPr lang="en-US" dirty="0" smtClean="0"/>
              <a:t>Modernize curriculum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9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Enrollment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Number of students for our major is decreasing for both undergrad and grad</a:t>
            </a:r>
          </a:p>
          <a:p>
            <a:endParaRPr lang="en-US" dirty="0" smtClean="0"/>
          </a:p>
          <a:p>
            <a:r>
              <a:rPr lang="en-US" dirty="0" smtClean="0"/>
              <a:t>Possible solution:</a:t>
            </a:r>
          </a:p>
          <a:p>
            <a:pPr lvl="1"/>
            <a:r>
              <a:rPr lang="en-US" dirty="0" smtClean="0"/>
              <a:t>Establish a faculty led recruitment committee</a:t>
            </a:r>
          </a:p>
          <a:p>
            <a:pPr lvl="1"/>
            <a:r>
              <a:rPr lang="en-US" dirty="0" smtClean="0"/>
              <a:t>Involve students in open houses</a:t>
            </a:r>
          </a:p>
          <a:p>
            <a:pPr lvl="1"/>
            <a:r>
              <a:rPr lang="en-US" dirty="0" smtClean="0"/>
              <a:t>A team of faculty and student will visit local schools</a:t>
            </a:r>
          </a:p>
          <a:p>
            <a:pPr lvl="1"/>
            <a:r>
              <a:rPr lang="en-US" dirty="0" smtClean="0"/>
              <a:t>Invite local high school students in faculty research</a:t>
            </a:r>
          </a:p>
          <a:p>
            <a:pPr lvl="1"/>
            <a:r>
              <a:rPr lang="en-US" dirty="0" smtClean="0"/>
              <a:t>Organize events with local </a:t>
            </a:r>
            <a:r>
              <a:rPr lang="en-US" dirty="0" err="1" smtClean="0"/>
              <a:t>highschools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2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A lot of students are leaving our program after the introductory sequence</a:t>
            </a:r>
          </a:p>
          <a:p>
            <a:r>
              <a:rPr lang="en-US" dirty="0" smtClean="0"/>
              <a:t>Possible solution</a:t>
            </a:r>
          </a:p>
          <a:p>
            <a:pPr lvl="1"/>
            <a:r>
              <a:rPr lang="en-US" dirty="0" smtClean="0"/>
              <a:t>Assign intro sequence to faculty who has more patience</a:t>
            </a:r>
          </a:p>
          <a:p>
            <a:pPr lvl="1"/>
            <a:r>
              <a:rPr lang="en-US" dirty="0" smtClean="0"/>
              <a:t>Develop multiple different resources</a:t>
            </a:r>
          </a:p>
          <a:p>
            <a:pPr lvl="1"/>
            <a:r>
              <a:rPr lang="en-US" dirty="0" smtClean="0"/>
              <a:t>Provide opportunity to practice more</a:t>
            </a:r>
          </a:p>
          <a:p>
            <a:pPr lvl="1"/>
            <a:r>
              <a:rPr lang="en-US" dirty="0" smtClean="0"/>
              <a:t>CS club could help in helping new students and brainstorming new solutions</a:t>
            </a:r>
          </a:p>
          <a:p>
            <a:pPr lvl="1"/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1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What students are interested in</a:t>
            </a:r>
          </a:p>
          <a:p>
            <a:pPr lvl="1"/>
            <a:r>
              <a:rPr lang="en-US" dirty="0" smtClean="0"/>
              <a:t>LLM (</a:t>
            </a:r>
            <a:r>
              <a:rPr lang="en-US" dirty="0" err="1" smtClean="0"/>
              <a:t>ChatGpt</a:t>
            </a:r>
            <a:r>
              <a:rPr lang="en-US" dirty="0" smtClean="0"/>
              <a:t>)</a:t>
            </a:r>
          </a:p>
          <a:p>
            <a:r>
              <a:rPr lang="en-US" dirty="0" smtClean="0"/>
              <a:t>Possible solutions</a:t>
            </a:r>
          </a:p>
          <a:p>
            <a:pPr lvl="1"/>
            <a:r>
              <a:rPr lang="en-US" dirty="0" smtClean="0"/>
              <a:t>Develop curriculum and assessments that is attractive to new generations</a:t>
            </a:r>
          </a:p>
          <a:p>
            <a:pPr lvl="1"/>
            <a:r>
              <a:rPr lang="en-US" dirty="0" smtClean="0"/>
              <a:t>Work with TLC and other disciplines to find assessment idea to help students to become creative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8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Evaluation committee is not recommending </a:t>
            </a:r>
          </a:p>
          <a:p>
            <a:pPr lvl="1"/>
            <a:r>
              <a:rPr lang="en-US" dirty="0" smtClean="0"/>
              <a:t>Current requirements and examples are too vague</a:t>
            </a:r>
          </a:p>
          <a:p>
            <a:r>
              <a:rPr lang="en-US" dirty="0" smtClean="0"/>
              <a:t>Solution</a:t>
            </a:r>
          </a:p>
          <a:p>
            <a:pPr lvl="1"/>
            <a:r>
              <a:rPr lang="en-US" dirty="0" smtClean="0"/>
              <a:t>Ad-hoc committee to prepare recommendations and guidelines and get approval from full-time faculty</a:t>
            </a:r>
          </a:p>
          <a:p>
            <a:pPr lvl="1"/>
            <a:r>
              <a:rPr lang="en-US" dirty="0" smtClean="0"/>
              <a:t>Develop clear guidelines, expectations, deliverables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93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Modernize curriculum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lot of classes needs to be revisited and update if </a:t>
            </a:r>
            <a:r>
              <a:rPr lang="en-US" dirty="0" smtClean="0"/>
              <a:t>needed</a:t>
            </a:r>
          </a:p>
          <a:p>
            <a:r>
              <a:rPr lang="en-US" dirty="0" smtClean="0"/>
              <a:t>Possible solution</a:t>
            </a:r>
          </a:p>
          <a:p>
            <a:pPr lvl="1"/>
            <a:r>
              <a:rPr lang="en-US" dirty="0" smtClean="0"/>
              <a:t>Develop courses that can be used for closely related majors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3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211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Chair</vt:lpstr>
      <vt:lpstr>Challenges</vt:lpstr>
      <vt:lpstr>Enrollment</vt:lpstr>
      <vt:lpstr>Retention</vt:lpstr>
      <vt:lpstr>AI</vt:lpstr>
      <vt:lpstr>Evaluation process</vt:lpstr>
      <vt:lpstr>Modernize curriculum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Chair</dc:title>
  <dc:creator>mamiruzz</dc:creator>
  <cp:lastModifiedBy>mamiruzz</cp:lastModifiedBy>
  <cp:revision>5</cp:revision>
  <dcterms:created xsi:type="dcterms:W3CDTF">2026-02-16T23:54:36Z</dcterms:created>
  <dcterms:modified xsi:type="dcterms:W3CDTF">2026-02-17T01:27:09Z</dcterms:modified>
</cp:coreProperties>
</file>